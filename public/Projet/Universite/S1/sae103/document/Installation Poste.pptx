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4bf12d0a9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4bf12d0a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a08d0dfd99_2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a08d0dfd99_2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a08d0dfd99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a08d0dfd9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a08d0dfd99_0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a08d0dfd99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a3ad7871f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a3ad7871f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a3ad7871fe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a3ad7871fe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How to create a virtual machine.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Made by: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Magro Luca, Morin Baptiste, Lefebvre Romain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0" y="3117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what is virtual box ?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249125" y="11455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-virtual machine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-simulate a computer(iut)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-sandbox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-share ressources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-free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3525" y="0"/>
            <a:ext cx="6087775" cy="383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/>
        </p:nvSpPr>
        <p:spPr>
          <a:xfrm>
            <a:off x="481300" y="302275"/>
            <a:ext cx="22170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</a:rPr>
              <a:t>what to download?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Oracle Virtual box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Debian .iso file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77325" y="302275"/>
            <a:ext cx="7192373" cy="4109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529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Creating the virtual computer</a:t>
            </a:r>
            <a:endParaRPr/>
          </a:p>
        </p:txBody>
      </p:sp>
      <p:pic>
        <p:nvPicPr>
          <p:cNvPr id="74" name="Google Shape;7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311500"/>
            <a:ext cx="4303476" cy="307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9975" y="1561638"/>
            <a:ext cx="4267199" cy="25718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/>
        </p:nvSpPr>
        <p:spPr>
          <a:xfrm>
            <a:off x="2506075" y="188025"/>
            <a:ext cx="3439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Installing the operating system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81" name="Google Shape;81;p17"/>
          <p:cNvPicPr preferRelativeResize="0"/>
          <p:nvPr/>
        </p:nvPicPr>
        <p:blipFill rotWithShape="1">
          <a:blip r:embed="rId3">
            <a:alphaModFix/>
          </a:blip>
          <a:srcRect b="25296" l="33292" r="33050" t="25335"/>
          <a:stretch/>
        </p:blipFill>
        <p:spPr>
          <a:xfrm>
            <a:off x="5777088" y="188037"/>
            <a:ext cx="3024701" cy="2495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7"/>
          <p:cNvPicPr preferRelativeResize="0"/>
          <p:nvPr/>
        </p:nvPicPr>
        <p:blipFill rotWithShape="1">
          <a:blip r:embed="rId4">
            <a:alphaModFix/>
          </a:blip>
          <a:srcRect b="14289" l="33724" r="25346" t="25520"/>
          <a:stretch/>
        </p:blipFill>
        <p:spPr>
          <a:xfrm>
            <a:off x="5777106" y="2571740"/>
            <a:ext cx="3062026" cy="2532983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7"/>
          <p:cNvSpPr txBox="1"/>
          <p:nvPr/>
        </p:nvSpPr>
        <p:spPr>
          <a:xfrm>
            <a:off x="790225" y="1479850"/>
            <a:ext cx="17958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-Language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-Root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-User Account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Making the computer useful</a:t>
            </a:r>
            <a:endParaRPr/>
          </a:p>
        </p:txBody>
      </p:sp>
      <p:pic>
        <p:nvPicPr>
          <p:cNvPr id="89" name="Google Shape;8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459950"/>
            <a:ext cx="4622198" cy="2599987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8"/>
          <p:cNvPicPr preferRelativeResize="0"/>
          <p:nvPr/>
        </p:nvPicPr>
        <p:blipFill rotWithShape="1">
          <a:blip r:embed="rId4">
            <a:alphaModFix/>
          </a:blip>
          <a:srcRect b="2105" l="33328" r="0" t="18730"/>
          <a:stretch/>
        </p:blipFill>
        <p:spPr>
          <a:xfrm>
            <a:off x="4814075" y="1367375"/>
            <a:ext cx="4170048" cy="2785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311700" y="10011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su -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wget https://env.iutinfo.fr/config-virtualbox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source config-virtualbox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fr"/>
              <a:t>usermod -aG sudo “VotreNomDeCompte”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